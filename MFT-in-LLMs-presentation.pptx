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"This is a replication that turned into an audit, and the audit</a:t>
            </a:r>
          </a:p>
          <a:p>
            <a:r>
              <a:t>partly exonerated the paper it was auditing."</a:t>
            </a:r>
          </a:p>
          <a:p/>
          <a:p>
            <a:r>
              <a:t>Frame the two-sentence version up front so nobody has to wait for it:</a:t>
            </a:r>
          </a:p>
          <a:p>
            <a:r>
              <a:t>Kirgis measured the moral profiles of 21 frontier models and found that providers</a:t>
            </a:r>
          </a:p>
          <a:p>
            <a:r>
              <a:t>differ. But his scoring method was forced to vary by provider — so 'provider' and</a:t>
            </a:r>
          </a:p>
          <a:p>
            <a:r>
              <a:t>'how you read the answer' are not separable in his design. I ran the same</a:t>
            </a:r>
          </a:p>
          <a:p>
            <a:r>
              <a:t>instrument on 31 open-weight models, where I can apply every scoring method to</a:t>
            </a:r>
          </a:p>
          <a:p>
            <a:r>
              <a:t>every model, and asked whether the profile and the ranking survive the readout.</a:t>
            </a:r>
          </a:p>
          <a:p/>
          <a:p>
            <a:r>
              <a:t>Say the honest headline now: for his specific pair of methods, they largely do.</a:t>
            </a:r>
          </a:p>
          <a:p>
            <a:r>
              <a:t>The interesting findings are elsewhere, and they are about measurement.</a:t>
            </a:r>
          </a:p>
          <a:p/>
          <a:p>
            <a:r>
              <a:t>Housekeeping: two days of work, $20 of compute, everything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Kirgis, November 2025. He took the Moral Foundations Vignettes — 116 short</a:t>
            </a:r>
          </a:p>
          <a:p>
            <a:r>
              <a:t>scenarios, each rated 0 to 4 for how morally wrong it is — and administered them</a:t>
            </a:r>
          </a:p>
          <a:p>
            <a:r>
              <a:t>to 21 closed frontier models across six providers.</a:t>
            </a:r>
          </a:p>
          <a:p/>
          <a:p>
            <a:r>
              <a:t>The instrument is real psychometrics: Clifford et al. 2015, validated on people,</a:t>
            </a:r>
          </a:p>
          <a:p>
            <a:r>
              <a:t>with per-item human means published in their Table 1.</a:t>
            </a:r>
          </a:p>
          <a:p/>
          <a:p>
            <a:r>
              <a:t>His four claims are on the right. Claims 2, 3 and 4 are the ones that get cited —</a:t>
            </a:r>
          </a:p>
          <a:p>
            <a:r>
              <a:t>they are statements about which models have which values.</a:t>
            </a:r>
          </a:p>
          <a:p/>
          <a:p>
            <a:r>
              <a:t>One caveat I'll repeat later: his human baseline is NOT nationally representative.</a:t>
            </a:r>
          </a:p>
          <a:p>
            <a:r>
              <a:t>Clifford recruited a Qualtrics panel restricted to ages 18-40 and balanced on</a:t>
            </a:r>
          </a:p>
          <a:p>
            <a:r>
              <a:t>ideology, about 30 raters per vignette. Kirgis describes it as 'a nationally</a:t>
            </a:r>
          </a:p>
          <a:p>
            <a:r>
              <a:t>representative sample of US adults'. It isn't. That is free, fully documented</a:t>
            </a:r>
          </a:p>
          <a:p>
            <a:r>
              <a:t>criticism and I verified it by fetching Clifford directly.</a:t>
            </a:r>
          </a:p>
          <a:p/>
          <a:p>
            <a:r>
              <a:t>Also: his 'Care' foundation is emotional harm only. He drops all 16 physical-harm</a:t>
            </a:r>
          </a:p>
          <a:p>
            <a:r>
              <a:t>Care items from Clifford's 132, keeping 116.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problem, and it is not a criticism of his care — it is forced by the</a:t>
            </a:r>
          </a:p>
          <a:p>
            <a:r>
              <a:t>APIs.</a:t>
            </a:r>
          </a:p>
          <a:p/>
          <a:p>
            <a:r>
              <a:t>To score an answer you can either read the probability the model assigns to each</a:t>
            </a:r>
          </a:p>
          <a:p>
            <a:r>
              <a:t>option, or you can make it write an answer and read what it wrote. Only some</a:t>
            </a:r>
          </a:p>
          <a:p>
            <a:r>
              <a:t>providers expose logprobs. So he used top-3 logprob weighting where he could and</a:t>
            </a:r>
          </a:p>
          <a:p>
            <a:r>
              <a:t>the mean of ten sampled responses everywhere else.</a:t>
            </a:r>
          </a:p>
          <a:p/>
          <a:p>
            <a:r>
              <a:t>Look at the picture. Five of six providers sit entirely in one row. That means</a:t>
            </a:r>
          </a:p>
          <a:p>
            <a:r>
              <a:t>'provider' and 'scoring method' are almost entirely collinear — you cannot tell</a:t>
            </a:r>
          </a:p>
          <a:p>
            <a:r>
              <a:t>whether Anthropic differs from OpenAI because the models differ or because they</a:t>
            </a:r>
          </a:p>
          <a:p>
            <a:r>
              <a:t>were measured differently.</a:t>
            </a:r>
          </a:p>
          <a:p/>
          <a:p>
            <a:r>
              <a:t>BE PRECISE HERE — do not say 'perfectly collinear'. OpenAI straddles both arms:</a:t>
            </a:r>
          </a:p>
          <a:p>
            <a:r>
              <a:t>four of its models were logprob-scored and two (GPT-4.5 and o3-Mini) were sampled.</a:t>
            </a:r>
          </a:p>
          <a:p>
            <a:r>
              <a:t>So inside OpenAI, scoring method is confounded with model identity instead. Either</a:t>
            </a:r>
          </a:p>
          <a:p>
            <a:r>
              <a:t>way nothing is identified. A reviewer who checks his Table 1 will catch the</a:t>
            </a:r>
          </a:p>
          <a:p>
            <a:r>
              <a:t>stronger claim, and the weaker one carries the same conclusion.</a:t>
            </a:r>
          </a:p>
          <a:p/>
          <a:p>
            <a:r>
              <a:t>This is a non-identification, not something you fix with a covariate. There is no</a:t>
            </a:r>
          </a:p>
          <a:p>
            <a:r>
              <a:t>model measured both ways, so the method effect cannot be estimated from his data</a:t>
            </a:r>
          </a:p>
          <a:p>
            <a:r>
              <a:t>at all. That is exactly what open weights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side finding from re-analysing his committed data. No GPU, no new</a:t>
            </a:r>
          </a:p>
          <a:p>
            <a:r>
              <a:t>collection — his repo has the raw logprob responses.</a:t>
            </a:r>
          </a:p>
          <a:p/>
          <a:p>
            <a:r>
              <a:t>Left panel: for five of his six logprob-scored models, the top-3 probabilities</a:t>
            </a:r>
          </a:p>
          <a:p>
            <a:r>
              <a:t>returned by the API sum to essentially 1, as they should. For grok-3-beta, 51 of</a:t>
            </a:r>
          </a:p>
          <a:p>
            <a:r>
              <a:t>116 responses — 44% — come back with two entries instead of three, summing to</a:t>
            </a:r>
          </a:p>
          <a:p>
            <a:r>
              <a:t>roughly zero probability, while the emitted token's own logprob says p = 1.0. The</a:t>
            </a:r>
          </a:p>
          <a:p>
            <a:r>
              <a:t>two fields contradict each other. That is malformed data, not unusual data.</a:t>
            </a:r>
          </a:p>
          <a:p/>
          <a:p>
            <a:r>
              <a:t>Right panel: his paper prints a formula with no denominator. His code divides by</a:t>
            </a:r>
          </a:p>
          <a:p>
            <a:r>
              <a:t>the total probability. They are different estimators. The renormalisation in his</a:t>
            </a:r>
          </a:p>
          <a:p>
            <a:r>
              <a:t>code accidentally rescues the corrupted rows — dividing near-zero by near-zero</a:t>
            </a:r>
          </a:p>
          <a:p>
            <a:r>
              <a:t>recovers the argmax, which happens to be the right answer. Under the formula he</a:t>
            </a:r>
          </a:p>
          <a:p>
            <a:r>
              <a:t>actually printed, grok-3's mean collapses from 1.98 to 1.20 and it drops from rank</a:t>
            </a:r>
          </a:p>
          <a:p>
            <a:r>
              <a:t>4 to rank 6.</a:t>
            </a:r>
          </a:p>
          <a:p/>
          <a:p>
            <a:r>
              <a:t>The deeper point, and the one that matters for this project: when only one of the</a:t>
            </a:r>
          </a:p>
          <a:p>
            <a:r>
              <a:t>top three tokens is a digit, his renormalised estimator returns that digit exactly.</a:t>
            </a:r>
          </a:p>
          <a:p>
            <a:r>
              <a:t>It degenerates to argmax. That happens on 5.6% of his responses. So inside the arm</a:t>
            </a:r>
          </a:p>
          <a:p>
            <a:r>
              <a:t>he treats as one homogeneous method, there are actually three estimators, chosen</a:t>
            </a:r>
          </a:p>
          <a:p>
            <a:r>
              <a:t>per item.</a:t>
            </a:r>
          </a:p>
          <a:p/>
          <a:p>
            <a:r>
              <a:t>Tone: this is exploratory, it is from his own published data, and the honest</a:t>
            </a:r>
          </a:p>
          <a:p>
            <a:r>
              <a:t>framing is 'provider logprob APIs cannot be assumed well-formed' — not 'he was</a:t>
            </a:r>
          </a:p>
          <a:p>
            <a:r>
              <a:t>careless'. Any of us would have missed it without an integrity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is open weights. With the weights on disk I can apply EVERY scoring method</a:t>
            </a:r>
          </a:p>
          <a:p>
            <a:r>
              <a:t>to EVERY model, so scoring method becomes a within-model treatment instead of a</a:t>
            </a:r>
          </a:p>
          <a:p>
            <a:r>
              <a:t>between-provider confound. That is the whole design.</a:t>
            </a:r>
          </a:p>
          <a:p/>
          <a:p>
            <a:r>
              <a:t>Roster: 31 instruction-tuned open models from 0.5B to 72.7B — a 145-fold span —</a:t>
            </a:r>
          </a:p>
          <a:p>
            <a:r>
              <a:t>across 12 families, with complete size ladders for Qwen (8 models) and Llama (4).</a:t>
            </a:r>
          </a:p>
          <a:p>
            <a:r>
              <a:t>Revisions pinned by SHA so the run is reproducible. 30 analysed; one model,</a:t>
            </a:r>
          </a:p>
          <a:p>
            <a:r>
              <a:t>SmolLM2-1.7B, is excluded because it answers '3' to all 116 items and so carries no</a:t>
            </a:r>
          </a:p>
          <a:p>
            <a:r>
              <a:t>item-level information. That exclusion criterion was defined AFTER seeing the data</a:t>
            </a:r>
          </a:p>
          <a:p>
            <a:r>
              <a:t>and I disclose it as a limitation.</a:t>
            </a:r>
          </a:p>
          <a:p/>
          <a:p>
            <a:r>
              <a:t>Non-reasoning models only. Thinking-by-default would alter free generation while</a:t>
            </a:r>
          </a:p>
          <a:p>
            <a:r>
              <a:t>being invisible to label scoring, which manufactures the very interaction I am</a:t>
            </a:r>
          </a:p>
          <a:p>
            <a:r>
              <a:t>trying to measure.</a:t>
            </a:r>
          </a:p>
          <a:p/>
          <a:p>
            <a:r>
              <a:t>Cost: about $20 on rented GPUs against a $100 ceiling. Downloads dominate, not</a:t>
            </a:r>
          </a:p>
          <a:p>
            <a:r>
              <a:t>inference.</a:t>
            </a:r>
          </a:p>
          <a:p/>
          <a:p>
            <a:r>
              <a:t>If asked why not frontier models: I cannot. The weights are not available, and</a:t>
            </a:r>
          </a:p>
          <a:p>
            <a:r>
              <a:t>that is precisely the constraint that produced Kirgis's confound in the first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primer slide. Take it slowly — everything downstream depends on it.</a:t>
            </a:r>
          </a:p>
          <a:p/>
          <a:p>
            <a:r>
              <a:t>A language model, given a context, returns one thing: a probability distribution</a:t>
            </a:r>
          </a:p>
          <a:p>
            <a:r>
              <a:t>over the next token. That is all it computes. Longer text comes from doing it</a:t>
            </a:r>
          </a:p>
          <a:p>
            <a:r>
              <a:t>repeatedly.</a:t>
            </a:r>
          </a:p>
          <a:p/>
          <a:p>
            <a:r>
              <a:t>So 'asking a model a survey question' is underdetermined. There are at least two</a:t>
            </a:r>
          </a:p>
          <a:p>
            <a:r>
              <a:t>families of answer:</a:t>
            </a:r>
          </a:p>
          <a:p/>
          <a:p>
            <a:r>
              <a:t>READ THE PROPENSITY. Don't generate anything. Just look up what probability the</a:t>
            </a:r>
          </a:p>
          <a:p>
            <a:r>
              <a:t>model assigns to each option. Three ways to do that here — the digit token '3';</a:t>
            </a:r>
          </a:p>
          <a:p>
            <a:r>
              <a:t>the whole option line '3: Very wrong'; or the bare phrase 'Very wrong'.</a:t>
            </a:r>
          </a:p>
          <a:p/>
          <a:p>
            <a:r>
              <a:t>WATCH THE BEHAVIOUR. Let it write, and parse what came out. Greedy takes the most</a:t>
            </a:r>
          </a:p>
          <a:p>
            <a:r>
              <a:t>likely token at each step — deterministic. Sampled draws at temperature 1, ten</a:t>
            </a:r>
          </a:p>
          <a:p>
            <a:r>
              <a:t>times, and averages.</a:t>
            </a:r>
          </a:p>
          <a:p/>
          <a:p>
            <a:r>
              <a:t>The survey analogy: a respondent has some latent propensity across the five boxes.</a:t>
            </a:r>
          </a:p>
          <a:p>
            <a:r>
              <a:t>Normally you see one tick. With open weights you can either read the propensities</a:t>
            </a:r>
          </a:p>
          <a:p>
            <a:r>
              <a:t>or watch the tick. These are different estimands that we hope agree.</a:t>
            </a:r>
          </a:p>
          <a:p/>
          <a:p>
            <a:r>
              <a:t>The sixth arm, cloze, removes the option list from the prompt. That is what makes</a:t>
            </a:r>
          </a:p>
          <a:p>
            <a:r>
              <a:t>it textbook cloze — but it means the prompt changed, so it is EXCLUDED from the</a:t>
            </a:r>
          </a:p>
          <a:p>
            <a:r>
              <a:t>primary number. Including it inflated my headline by 2.70× for several weeks. I'll</a:t>
            </a:r>
          </a:p>
          <a:p>
            <a:r>
              <a:t>come back to that.</a:t>
            </a:r>
          </a:p>
          <a:p/>
          <a:p>
            <a:r>
              <a:t>Two implementation details worth knowing if asked: '0' and ' 0' are different</a:t>
            </a:r>
          </a:p>
          <a:p>
            <a:r>
              <a:t>tokens, and options 0 and 1 both start with the word 'Not' — so string scoring has</a:t>
            </a:r>
          </a:p>
          <a:p>
            <a:r>
              <a:t>to be a full-sequence likelihood, not a single-position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estimand. For each foundation, fit a crossed random-effects model and take the</a:t>
            </a:r>
          </a:p>
          <a:p>
            <a:r>
              <a:t>ratio of two variance components:</a:t>
            </a:r>
          </a:p>
          <a:p/>
          <a:p>
            <a:r>
              <a:t>R = variance of the model-by-method interaction, over variance between models.</a:t>
            </a:r>
          </a:p>
          <a:p/>
          <a:p>
            <a:r>
              <a:t>In words: how big is the perturbation that scoring method induces in a model's</a:t>
            </a:r>
          </a:p>
          <a:p>
            <a:r>
              <a:t>position, relative to how much models actually differ from each other? If R is</a:t>
            </a:r>
          </a:p>
          <a:p>
            <a:r>
              <a:t>small, model comparisons survive a change of readout. If R is large, the ranking</a:t>
            </a:r>
          </a:p>
          <a:p>
            <a:r>
              <a:t>is partly an artifact of how you measured.</a:t>
            </a:r>
          </a:p>
          <a:p/>
          <a:p>
            <a:r>
              <a:t>The bands and the decision rule were fixed at a git tag BEFORE any confirmatory</a:t>
            </a:r>
          </a:p>
          <a:p>
            <a:r>
              <a:t>data existed — verifiably, the tagged commit contains no results directory.</a:t>
            </a:r>
          </a:p>
          <a:p/>
          <a:p>
            <a:r>
              <a:t>CRITICAL WORDING: this is a pre-specified analysis plan, NOT a preregistration. A</a:t>
            </a:r>
          </a:p>
          <a:p>
            <a:r>
              <a:t>tag in a repository I control is an internal discipline device, not independent</a:t>
            </a:r>
          </a:p>
          <a:p>
            <a:r>
              <a:t>verification. I could in principle have retagged. That distinction is small in</a:t>
            </a:r>
          </a:p>
          <a:p>
            <a:r>
              <a:t>practice and fatal in a write-up if you get it the wrong way round. Say it out loud.</a:t>
            </a:r>
          </a:p>
          <a:p/>
          <a:p>
            <a:r>
              <a:t>The 'indeterminate' verdict existed before the data, on purpose, because a design</a:t>
            </a:r>
          </a:p>
          <a:p>
            <a:r>
              <a:t>simulation showed that no feasible sample size resolves an R sitting near a band</a:t>
            </a:r>
          </a:p>
          <a:p>
            <a:r>
              <a:t>boundary. Forcing a three-way call would manufacture false precision. Remember</a:t>
            </a:r>
          </a:p>
          <a:p>
            <a:r>
              <a:t>that — it becomes the result.</a:t>
            </a:r>
          </a:p>
          <a:p/>
          <a:p>
            <a:r>
              <a:t>One technical point if a statistician asks: the residual variance is</a:t>
            </a:r>
          </a:p>
          <a:p>
            <a:r>
              <a:t>method-specific, not pooled. The arms have structurally different error variance —</a:t>
            </a:r>
          </a:p>
          <a:p>
            <a:r>
              <a:t>greedy is discretised to integers, sampled carries Monte-Carlo error of order</a:t>
            </a:r>
          </a:p>
          <a:p>
            <a:r>
              <a:t>1/sqrt(10) — and a single residual term pushes that into the interaction and</a:t>
            </a:r>
          </a:p>
          <a:p>
            <a:r>
              <a:t>inflates R mechanically, toward the more publishable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findings, and I am deliberately leading with the measurement ones rather</a:t>
            </a:r>
          </a:p>
          <a:p>
            <a:r>
              <a:t>than the headline variance ratio, because these are the ones that are established,</a:t>
            </a:r>
          </a:p>
          <a:p>
            <a:r>
              <a:t>reproducible, and useful to anyone doing this kind of work.</a:t>
            </a:r>
          </a:p>
          <a:p/>
          <a:p>
            <a:r>
              <a:t>Finding one. Label scoring — reading the probability of the digit — silently fails</a:t>
            </a:r>
          </a:p>
          <a:p>
            <a:r>
              <a:t>on a large minority of models.</a:t>
            </a:r>
          </a:p>
          <a:p/>
          <a:p>
            <a:r>
              <a:t>In my first harness, a faithful textbook implementation produced meaningless output</a:t>
            </a:r>
          </a:p>
          <a:p>
            <a:r>
              <a:t>on 6 of 16 models. 38%. Two independent causes. First, SentencePiece tokenizers</a:t>
            </a:r>
          </a:p>
          <a:p>
            <a:r>
              <a:t>encode '0' as two tokens, so a single-token lookup finds nothing. Second, the first</a:t>
            </a:r>
          </a:p>
          <a:p>
            <a:r>
              <a:t>generated token often isn't the answer — Mistral emits a newline 116 times out of</a:t>
            </a:r>
          </a:p>
          <a:p>
            <a:r>
              <a:t>116; Ministral emits end-of-sequence.</a:t>
            </a:r>
          </a:p>
          <a:p/>
          <a:p>
            <a:r>
              <a:t>Here is the part that should worry everyone in this room: NEITHER RAISED AN ERROR.</a:t>
            </a:r>
          </a:p>
          <a:p>
            <a:r>
              <a:t>Both produced plausible numbers in the right range. If you had those numbers in a</a:t>
            </a:r>
          </a:p>
          <a:p>
            <a:r>
              <a:t>table you would publish them.</a:t>
            </a:r>
          </a:p>
          <a:p/>
          <a:p>
            <a:r>
              <a:t>The only signal was retained probability mass — how much of the model's next-token</a:t>
            </a:r>
          </a:p>
          <a:p>
            <a:r>
              <a:t>distribution actually sits on the five options before you renormalise.</a:t>
            </a:r>
          </a:p>
          <a:p/>
          <a:p>
            <a:r>
              <a:t>This chart is the fixed version. Even after the fix, 7 of 30 models sit below 0.5.</a:t>
            </a:r>
          </a:p>
          <a:p>
            <a:r>
              <a:t>Mistral-7B is at 0.008 — its 'moral judgment' is an expectation computed over</a:t>
            </a:r>
          </a:p>
          <a:p>
            <a:r>
              <a:t>eight tenths of one percent of its next-token distribution, renormalised up to</a:t>
            </a:r>
          </a:p>
          <a:p>
            <a:r>
              <a:t>look confident.</a:t>
            </a:r>
          </a:p>
          <a:p/>
          <a:p>
            <a:r>
              <a:t>Takeaway to state plainly: if you use a logprob readout, report retained mass. It</a:t>
            </a:r>
          </a:p>
          <a:p>
            <a:r>
              <a:t>costs nothing and it is the only thing that catches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 two, and this is the one I would most want an alignment audience to take</a:t>
            </a:r>
          </a:p>
          <a:p>
            <a:r>
              <a:t>away.</a:t>
            </a:r>
          </a:p>
          <a:p/>
          <a:p>
            <a:r>
              <a:t>Label scoring is often justified on the grounds that it avoids refusals — you never</a:t>
            </a:r>
          </a:p>
          <a:p>
            <a:r>
              <a:t>ask the model to speak, you just read the distribution, so a model that would have</a:t>
            </a:r>
          </a:p>
          <a:p>
            <a:r>
              <a:t>declined still gives you a number.</a:t>
            </a:r>
          </a:p>
          <a:p/>
          <a:p>
            <a:r>
              <a:t>That is exactly the problem. It does not avoid the refusal confound. It HIDES it.</a:t>
            </a:r>
          </a:p>
          <a:p/>
          <a:p>
            <a:r>
              <a:t>Across 31 models, the greedy non-answer rate and label retained mass couple at</a:t>
            </a:r>
          </a:p>
          <a:p>
            <a:r>
              <a:t>Spearman rho = -0.54. Models that decline or fall silent when you ask them to write</a:t>
            </a:r>
          </a:p>
          <a:p>
            <a:r>
              <a:t>are largely the same models whose digit mass collapses when you read the</a:t>
            </a:r>
          </a:p>
          <a:p>
            <a:r>
              <a:t>distribution. Renormalisation then manufactures a confident score out of whatever</a:t>
            </a:r>
          </a:p>
          <a:p>
            <a:r>
              <a:t>digit mass is left.</a:t>
            </a:r>
          </a:p>
          <a:p/>
          <a:p>
            <a:r>
              <a:t>The sharpest case is within a single model: Llama-3.1-8B craters to retained mass</a:t>
            </a:r>
          </a:p>
          <a:p>
            <a:r>
              <a:t>0.481 on Sanctity — the disgust and purity items, which are graphic — against 0.829</a:t>
            </a:r>
          </a:p>
          <a:p>
            <a:r>
              <a:t>on its other foundations, and it behaviourally refuses 35% of exactly those items.</a:t>
            </a:r>
          </a:p>
          <a:p>
            <a:r>
              <a:t>The refusal is visible in the probability readout even though the readout never</a:t>
            </a:r>
          </a:p>
          <a:p>
            <a:r>
              <a:t>asked it to speak.</a:t>
            </a:r>
          </a:p>
          <a:p/>
          <a:p>
            <a:r>
              <a:t>Be honest about the evidence: 22 of the 31 models answer every item, so this</a:t>
            </a:r>
          </a:p>
          <a:p>
            <a:r>
              <a:t>correlation rests on the handful that don't. I've put that on the chart rather than</a:t>
            </a:r>
          </a:p>
          <a:p>
            <a:r>
              <a:t>leave it to be spotted.</a:t>
            </a:r>
          </a:p>
          <a:p/>
          <a:p>
            <a:r>
              <a:t>Two implications. Studies using logprob readouts on safety-relevant content must</a:t>
            </a:r>
          </a:p>
          <a:p>
            <a:r>
              <a:t>report retained mass — Kirgis's logprob arm has no such check. And the flip side is</a:t>
            </a:r>
          </a:p>
          <a:p>
            <a:r>
              <a:t>useful: retained mass is a graded, generation-free refusal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 three. 'Free generation' sounds like one method. It is at least two, and</a:t>
            </a:r>
          </a:p>
          <a:p>
            <a:r>
              <a:t>the choice between them can determine whether the model answers at all.</a:t>
            </a:r>
          </a:p>
          <a:p/>
          <a:p>
            <a:r>
              <a:t>Ministral-8B: zero percent of items answered under greedy decoding, roughly fifty</a:t>
            </a:r>
          </a:p>
          <a:p>
            <a:r>
              <a:t>percent under sampling. On BYTE-IDENTICAL prompts. Its greedy argmax at the first</a:t>
            </a:r>
          </a:p>
          <a:p>
            <a:r>
              <a:t>position is the end-of-sequence token — it simply never says anything. Turn on</a:t>
            </a:r>
          </a:p>
          <a:p>
            <a:r>
              <a:t>sampling and half the items come back.</a:t>
            </a:r>
          </a:p>
          <a:p/>
          <a:p>
            <a:r>
              <a:t>Llama-3.2-1B refuses 109 of 116 under greedy.</a:t>
            </a:r>
          </a:p>
          <a:p/>
          <a:p>
            <a:r>
              <a:t>These are not harness bugs. They reproduce across two independent collections, so</a:t>
            </a:r>
          </a:p>
          <a:p>
            <a:r>
              <a:t>they are stable properties of those models.</a:t>
            </a:r>
          </a:p>
          <a:p/>
          <a:p>
            <a:r>
              <a:t>The point for a methods audience: 'we used free generation' is not a specification.</a:t>
            </a:r>
          </a:p>
          <a:p>
            <a:r>
              <a:t>Temperature is a researcher degree of freedom that silently changes your sample —</a:t>
            </a:r>
          </a:p>
          <a:p>
            <a:r>
              <a:t>and it changes it non-randomly, because which items get dropped depends on content.</a:t>
            </a:r>
          </a:p>
          <a:p/>
          <a:p>
            <a:r>
              <a:t>Fourth finding, no chart, worth saying out loud: because label scoring never</a:t>
            </a:r>
          </a:p>
          <a:p>
            <a:r>
              <a:t>requires the model to speak, I can hold each model's probability-based answer to</a:t>
            </a:r>
          </a:p>
          <a:p>
            <a:r>
              <a:t>the very items it refused behaviourally. That converts an untestable</a:t>
            </a:r>
          </a:p>
          <a:p>
            <a:r>
              <a:t>missing-not-at-random assumption into a measured one. The result: the hypothesis</a:t>
            </a:r>
          </a:p>
          <a:p>
            <a:r>
              <a:t>'refusal means extremely wrong' is TRUE for one model and FALSE for another.</a:t>
            </a:r>
          </a:p>
          <a:p>
            <a:r>
              <a:t>Llama-3.1-8B rates its refused items 1.34 points higher; gemma-2-27b refuses items</a:t>
            </a:r>
          </a:p>
          <a:p>
            <a:r>
              <a:t>it rates LESS severely. No single imputation rule is right across the roster, and</a:t>
            </a:r>
          </a:p>
          <a:p>
            <a:r>
              <a:t>imputing the scale maximum would move a model's mean by up to 0.965 — the size of</a:t>
            </a:r>
          </a:p>
          <a:p>
            <a:r>
              <a:t>a choice usually made silently in a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headline estimand.</a:t>
            </a:r>
          </a:p>
          <a:p/>
          <a:p>
            <a:r>
              <a:t>Two things are true and they need to be said in this order.</a:t>
            </a:r>
          </a:p>
          <a:p/>
          <a:p>
            <a:r>
              <a:t>First: the interaction is REAL. I ran a permutation null — shuffle the method</a:t>
            </a:r>
          </a:p>
          <a:p>
            <a:r>
              <a:t>labels within model and item, destroying the interaction by construction, and refit.</a:t>
            </a:r>
          </a:p>
          <a:p>
            <a:r>
              <a:t>700 full MCMC fits. It collapses to a median R of about 0.001. The observed values</a:t>
            </a:r>
          </a:p>
          <a:p>
            <a:r>
              <a:t>run two to three orders of magnitude above that. So the estimator is calibrated:</a:t>
            </a:r>
          </a:p>
          <a:p>
            <a:r>
              <a:t>destroy the effect and it reports none.</a:t>
            </a:r>
          </a:p>
          <a:p/>
          <a:p>
            <a:r>
              <a:t>Second: the magnitude is NOT resolvable. Every one of the six moral foundations</a:t>
            </a:r>
          </a:p>
          <a:p>
            <a:r>
              <a:t>comes back 'indeterminate' — the credible interval straddles a band boundary. R</a:t>
            </a:r>
          </a:p>
          <a:p>
            <a:r>
              <a:t>runs from 0.181 for Care and Loyalty to 0.469 for Authority.</a:t>
            </a:r>
          </a:p>
          <a:p/>
          <a:p>
            <a:r>
              <a:t>The one verdict that resolves is Social Norms, at 0.133, robust — and that is the</a:t>
            </a:r>
          </a:p>
          <a:p>
            <a:r>
              <a:t>NON-MORAL CONTROL. Clifford designed those items to be odd but not wrong, like</a:t>
            </a:r>
          </a:p>
          <a:p>
            <a:r>
              <a:t>drinking coffee with a spoon. They sit at the floor of the scale, every readout</a:t>
            </a:r>
          </a:p>
          <a:p>
            <a:r>
              <a:t>agrees nothing much is wrong, so the readouts agree almost perfectly. That is what</a:t>
            </a:r>
          </a:p>
          <a:p>
            <a:r>
              <a:t>a control ought to do, and it is a floor artifact rather than evidence that methods</a:t>
            </a:r>
          </a:p>
          <a:p>
            <a:r>
              <a:t>agree.</a:t>
            </a:r>
          </a:p>
          <a:p/>
          <a:p>
            <a:r>
              <a:t>This falsifies my own registered prediction P7, which said at least two foundations</a:t>
            </a:r>
          </a:p>
          <a:p>
            <a:r>
              <a:t>would escape the indeterminate band at N around 30. None did. Going from 20 models</a:t>
            </a:r>
          </a:p>
          <a:p>
            <a:r>
              <a:t>to 31 resolved nothing.</a:t>
            </a:r>
          </a:p>
          <a:p/>
          <a:p>
            <a:r>
              <a:t>Say the magnitude in plain words: method effects are roughly a fifth to a half of</a:t>
            </a:r>
          </a:p>
          <a:p>
            <a:r>
              <a:t>between-model variance. Not comparable to it — I withdrew that stronger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didn't more models fix it? This is my favourite slide, because the answer was</a:t>
            </a:r>
          </a:p>
          <a:p>
            <a:r>
              <a:t>sitting in a simulation I ran BEFORE collection and did not read carefully enough.</a:t>
            </a:r>
          </a:p>
          <a:p/>
          <a:p>
            <a:r>
              <a:t>The curves show, for each true value of R, how often the estimate lands in the</a:t>
            </a:r>
          </a:p>
          <a:p>
            <a:r>
              <a:t>correct band — at four sample sizes.</a:t>
            </a:r>
          </a:p>
          <a:p/>
          <a:p>
            <a:r>
              <a:t>Look at the shape. It is not a ceiling you climb with more data. It has holes in it.</a:t>
            </a:r>
          </a:p>
          <a:p>
            <a:r>
              <a:t>At R = 0.10 or 0.50 or 2.00 — in the interior of a band — accuracy is high and</a:t>
            </a:r>
          </a:p>
          <a:p>
            <a:r>
              <a:t>improves with N. But at R = 0.25 and R = 1.00, exactly ON the band boundaries,</a:t>
            </a:r>
          </a:p>
          <a:p>
            <a:r>
              <a:t>accuracy is 50% and STAYS 50% no matter how many models you add. Half the sampling</a:t>
            </a:r>
          </a:p>
          <a:p>
            <a:r>
              <a:t>distribution necessarily falls either side of a line the true value sits on.</a:t>
            </a:r>
          </a:p>
          <a:p/>
          <a:p>
            <a:r>
              <a:t>Now look at the red triangles: where my six foundations actually landed. Clustered</a:t>
            </a:r>
          </a:p>
          <a:p>
            <a:r>
              <a:t>around 0.25. Sanctity at 0.246 sits almost exactly on the boundary.</a:t>
            </a:r>
          </a:p>
          <a:p/>
          <a:p>
            <a:r>
              <a:t>So N was never the binding constraint. My prediction P7 leaned on '0.94 accuracy at</a:t>
            </a:r>
          </a:p>
          <a:p>
            <a:r>
              <a:t>N=30' — which is the accuracy at R = 0.50, a value I did not have. The estimand</a:t>
            </a:r>
          </a:p>
          <a:p>
            <a:r>
              <a:t>landed where no achievable sample size classifies it.</a:t>
            </a:r>
          </a:p>
          <a:p/>
          <a:p>
            <a:r>
              <a:t>That is the result. Not a failure to reach significance — a demonstration that this</a:t>
            </a:r>
          </a:p>
          <a:p>
            <a:r>
              <a:t>particular quantity, with this decision rule, is not resolvable at any N a student</a:t>
            </a:r>
          </a:p>
          <a:p>
            <a:r>
              <a:t>project can reach. Which is a more useful thing to tell the next person than a point</a:t>
            </a:r>
          </a:p>
          <a:p>
            <a:r>
              <a:t>estimate would have been.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in the deck. If you remember one chart, this one.</a:t>
            </a:r>
          </a:p>
          <a:p/>
          <a:p>
            <a:r>
              <a:t>A single pooled R averages over all the arms and hides the fact that the arms</a:t>
            </a:r>
          </a:p>
          <a:p>
            <a:r>
              <a:t>disagree wildly about how much they disagree. So here is R computed for every PAIR</a:t>
            </a:r>
          </a:p>
          <a:p>
            <a:r>
              <a:t>of arms, on one common complete-case block, so every cell is comparable.</a:t>
            </a:r>
          </a:p>
          <a:p/>
          <a:p>
            <a:r>
              <a:t>It separates into three clean tiers.</a:t>
            </a:r>
          </a:p>
          <a:p/>
          <a:p>
            <a:r>
              <a:t>BLUE — the four readouts that carry real probability mass: label, string-line,</a:t>
            </a:r>
          </a:p>
          <a:p>
            <a:r>
              <a:t>greedy, sampled. All six pairs between them sit between -0.09 and 0.20. That is</a:t>
            </a:r>
          </a:p>
          <a:p>
            <a:r>
              <a:t>agreement. Negative values are estimator truncation; read them as 'indistinguishable</a:t>
            </a:r>
          </a:p>
          <a:p>
            <a:r>
              <a:t>from no interaction'.</a:t>
            </a:r>
          </a:p>
          <a:p/>
          <a:p>
            <a:r>
              <a:t>YELLOW — string-bare, scoring the phrase 'Very wrong' with no digit in front. R</a:t>
            </a:r>
          </a:p>
          <a:p>
            <a:r>
              <a:t>jumps to between 0.62 and 1.33. Its mean retained mass is 0.0028. Under three tenths</a:t>
            </a:r>
          </a:p>
          <a:p>
            <a:r>
              <a:t>of one percent.</a:t>
            </a:r>
          </a:p>
          <a:p/>
          <a:p>
            <a:r>
              <a:t>ORANGE — anything involving cloze, which is the arm that changes the prompt. 2.5 to</a:t>
            </a:r>
          </a:p>
          <a:p>
            <a:r>
              <a:t>4.3. That is why it is excluded from the primary.</a:t>
            </a:r>
          </a:p>
          <a:p/>
          <a:p>
            <a:r>
              <a:t>So the honest statement is NOT 'scoring method perturbs moral profiles'. It is:</a:t>
            </a:r>
          </a:p>
          <a:p>
            <a:r>
              <a:t>scoring method perturbs profiles IF you choose a readout that scores a region of</a:t>
            </a:r>
          </a:p>
          <a:p>
            <a:r>
              <a:t>the output distribution the model essentially never visits.</a:t>
            </a:r>
          </a:p>
          <a:p/>
          <a:p>
            <a:r>
              <a:t>That is a much more useful finding, and it is a warning about a specific practice</a:t>
            </a:r>
          </a:p>
          <a:p>
            <a:r>
              <a:t>rather than a general scepticism.</a:t>
            </a:r>
          </a:p>
          <a:p/>
          <a:p>
            <a:r>
              <a:t>If asked about the negative values: moment estimator truncation. A Bayesian fit with</a:t>
            </a:r>
          </a:p>
          <a:p>
            <a:r>
              <a:t>a half-normal prior would return a small positive number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finding from a completely different direction — and I only found this</a:t>
            </a:r>
          </a:p>
          <a:p>
            <a:r>
              <a:t>because someone asked whether any robustness check had ever varied the MODELS.</a:t>
            </a:r>
          </a:p>
          <a:p>
            <a:r>
              <a:t>None had. Every check I'd run varied the arms.</a:t>
            </a:r>
          </a:p>
          <a:p/>
          <a:p>
            <a:r>
              <a:t>One model out of 27 carries 34.4% of the interaction sum of squares. An equal share</a:t>
            </a:r>
          </a:p>
          <a:p>
            <a:r>
              <a:t>would be 3.7%, so Mistral-7B is 9.3 times the average model's contribution. Drop it</a:t>
            </a:r>
          </a:p>
          <a:p>
            <a:r>
              <a:t>and R falls by 51%.</a:t>
            </a:r>
          </a:p>
          <a:p/>
          <a:p>
            <a:r>
              <a:t>And here is the part that makes this not a coincidence: Mistral-7B is the model</a:t>
            </a:r>
          </a:p>
          <a:p>
            <a:r>
              <a:t>whose label retained mass is 0.008. The same model from the previous slide.</a:t>
            </a:r>
          </a:p>
          <a:p/>
          <a:p>
            <a:r>
              <a:t>So the two findings are one finding. The method effect is carried disproportionately</a:t>
            </a:r>
          </a:p>
          <a:p>
            <a:r>
              <a:t>by models whose probability readouts sit on almost no retained mass — cells the</a:t>
            </a:r>
          </a:p>
          <a:p>
            <a:r>
              <a:t>design can barely measure in the first place.</a:t>
            </a:r>
          </a:p>
          <a:p/>
          <a:p>
            <a:r>
              <a:t>Consequence, stated plainly: R is not a property of the roster. It is close to a</a:t>
            </a:r>
          </a:p>
          <a:p>
            <a:r>
              <a:t>few-model phenomenon. Quoting a pooled R without this makes it sound far more</a:t>
            </a:r>
          </a:p>
          <a:p>
            <a:r>
              <a:t>general than it is, and I'd be handing a reviewer their first question.</a:t>
            </a:r>
          </a:p>
          <a:p/>
          <a:p>
            <a:r>
              <a:t>Note the share of interaction SUM OF SQUARES involves no variance-component</a:t>
            </a:r>
          </a:p>
          <a:p>
            <a:r>
              <a:t>estimator at all, so this cannot be an artifact of the estimator truncating. The</a:t>
            </a:r>
          </a:p>
          <a:p>
            <a:r>
              <a:t>leave-one-out on R agrees with it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— does the flaw that motivated this whole project actually break his paper?</a:t>
            </a:r>
          </a:p>
          <a:p/>
          <a:p>
            <a:r>
              <a:t>Largely, no. And saying so is the RESULT of the audit, not a concession.</a:t>
            </a:r>
          </a:p>
          <a:p/>
          <a:p>
            <a:r>
              <a:t>His two arms map onto two of mine: top-3 logprob weighting is essentially my label</a:t>
            </a:r>
          </a:p>
          <a:p>
            <a:r>
              <a:t>arm, and the mean of ten samples is essentially my sampled arm. Boxed in red: they</a:t>
            </a:r>
          </a:p>
          <a:p>
            <a:r>
              <a:t>rank models at Spearman rho = 0.82 over the six moral foundations. Their pairwise R</a:t>
            </a:r>
          </a:p>
          <a:p>
            <a:r>
              <a:t>is 0.081 — the top tier from the previous slide, reached by a completely independent</a:t>
            </a:r>
          </a:p>
          <a:p>
            <a:r>
              <a:t>route.</a:t>
            </a:r>
          </a:p>
          <a:p/>
          <a:p>
            <a:r>
              <a:t>So the specific methodological flaw I built this project to expose is one his</a:t>
            </a:r>
          </a:p>
          <a:p>
            <a:r>
              <a:t>conclusions can largely survive. A write-up that buried that would be dishonest.</a:t>
            </a:r>
          </a:p>
          <a:p/>
          <a:p>
            <a:r>
              <a:t>Two more things in this matrix worth naming, both of which are limitations of MY</a:t>
            </a:r>
          </a:p>
          <a:p>
            <a:r>
              <a:t>design and I'd rather state them than have them found.</a:t>
            </a:r>
          </a:p>
          <a:p/>
          <a:p>
            <a:r>
              <a:t>Top-left: label and string-line correlate at 0.96, and at item level 0.988. They are</a:t>
            </a:r>
          </a:p>
          <a:p>
            <a:r>
              <a:t>not two readouts. They are the SAME measurement. The reason is algebraic: the</a:t>
            </a:r>
          </a:p>
          <a:p>
            <a:r>
              <a:t>log-probability of '3: Very wrong' is the log-probability of '3' plus the</a:t>
            </a:r>
          </a:p>
          <a:p>
            <a:r>
              <a:t>log-probability of ': Very wrong' given '3' — and that second term is near-constant</a:t>
            </a:r>
          </a:p>
          <a:p>
            <a:r>
              <a:t>across options when the prompt displays the digit-to-phrase mapping. Having</a:t>
            </a:r>
          </a:p>
          <a:p>
            <a:r>
              <a:t>committed to the digit, the model just reads the phrase off the prompt.</a:t>
            </a:r>
          </a:p>
          <a:p/>
          <a:p>
            <a:r>
              <a:t>So I have three independent probability readouts, not four. And no fixed prompt</a:t>
            </a:r>
          </a:p>
          <a:p>
            <a:r>
              <a:t>escapes this: label scoring needs the digits visible, cloze needs them absent. I</a:t>
            </a:r>
          </a:p>
          <a:p>
            <a:r>
              <a:t>found that after collection and I'm stating it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consequential POSITIVE result, and the one that extends Kirgis rather than</a:t>
            </a:r>
          </a:p>
          <a:p>
            <a:r>
              <a:t>auditing him.</a:t>
            </a:r>
          </a:p>
          <a:p/>
          <a:p>
            <a:r>
              <a:t>His claim 2 was that models overweight the individualizing foundations — Care,</a:t>
            </a:r>
          </a:p>
          <a:p>
            <a:r>
              <a:t>Fairness, Liberty — and underweight the binding ones — Loyalty, Authority, Sanctity</a:t>
            </a:r>
          </a:p>
          <a:p>
            <a:r>
              <a:t>— relative to humans. His claim 4 was that divergence grows with capability.</a:t>
            </a:r>
          </a:p>
          <a:p/>
          <a:p>
            <a:r>
              <a:t>Those turn out to be the same claim. The gap does appear, and it grows with model</a:t>
            </a:r>
          </a:p>
          <a:p>
            <a:r>
              <a:t>size, on both complete ladders: +0.32 per decade of parameters on Qwen across eight</a:t>
            </a:r>
          </a:p>
          <a:p>
            <a:r>
              <a:t>models and a 145-fold span, +0.26 on Llama across four. Leave-one-out keeps the sign</a:t>
            </a:r>
          </a:p>
          <a:p>
            <a:r>
              <a:t>8 out of 8 and 4 out of 4.</a:t>
            </a:r>
          </a:p>
          <a:p/>
          <a:p>
            <a:r>
              <a:t>This explains why a sub-14B sample found nothing — we were below the scale where the</a:t>
            </a:r>
          </a:p>
          <a:p>
            <a:r>
              <a:t>pattern appears. And it unifies his claims 2 and 4: the divergence is a capability</a:t>
            </a:r>
          </a:p>
          <a:p>
            <a:r>
              <a:t>phenomenon.</a:t>
            </a:r>
          </a:p>
          <a:p/>
          <a:p>
            <a:r>
              <a:t>Now the caveats, which are load-bearing and I will not skip them:</a:t>
            </a:r>
          </a:p>
          <a:p/>
          <a:p>
            <a:r>
              <a:t>Neither ladder is individually significant at 0.05 — p = 0.083 and p = 0.060. Only</a:t>
            </a:r>
          </a:p>
          <a:p>
            <a:r>
              <a:t>the pooled fit is, and pooling is the WEAKER design, because models are not</a:t>
            </a:r>
          </a:p>
          <a:p>
            <a:r>
              <a:t>exchangeable across families. Four of six families slope positive.</a:t>
            </a:r>
          </a:p>
          <a:p/>
          <a:p>
            <a:r>
              <a:t>You can see the caveat in the scatter — there are real outliers. That is honest data</a:t>
            </a:r>
          </a:p>
          <a:p>
            <a:r>
              <a:t>and I have not smoothed it.</a:t>
            </a:r>
          </a:p>
          <a:p/>
          <a:p>
            <a:r>
              <a:t>And the standalone audit artifact in the repo still reads 'SUGGESTIVE, not</a:t>
            </a:r>
          </a:p>
          <a:p>
            <a:r>
              <a:t>established, in either direction'. It predates this analysis and was never re-run,</a:t>
            </a:r>
          </a:p>
          <a:p>
            <a:r>
              <a:t>so the upgrade rests entirely on the scale evidence, which is marginal per ladder.</a:t>
            </a:r>
          </a:p>
          <a:p>
            <a:r>
              <a:t>I'm showing you both verdicts rather than picking the one I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the adjustment is the whole result, and this slide is why.</a:t>
            </a:r>
          </a:p>
          <a:p/>
          <a:p>
            <a:r>
              <a:t>Every line here is one Qwen model, regressing its severity ratings on the human</a:t>
            </a:r>
          </a:p>
          <a:p>
            <a:r>
              <a:t>baseline. The grey diagonal is perfect agreement — slope b = 1.</a:t>
            </a:r>
          </a:p>
          <a:p/>
          <a:p>
            <a:r>
              <a:t>The 0.5B model has slope 0.11. It barely tracks the human baseline at all; it says</a:t>
            </a:r>
          </a:p>
          <a:p>
            <a:r>
              <a:t>roughly the same thing about every item. The 72B model has slope 1.06 — it tracks</a:t>
            </a:r>
          </a:p>
          <a:p>
            <a:r>
              <a:t>the human ratings almost one to one.</a:t>
            </a:r>
          </a:p>
          <a:p/>
          <a:p>
            <a:r>
              <a:t>That is 'compression', and it changes enormously with scale.</a:t>
            </a:r>
          </a:p>
          <a:p/>
          <a:p>
            <a:r>
              <a:t>Here is the trap. Compression pulls every rating toward the middle of the scale.</a:t>
            </a:r>
          </a:p>
          <a:p>
            <a:r>
              <a:t>Humans rate the individualizing foundations HIGHER than the binding ones — 2.66</a:t>
            </a:r>
          </a:p>
          <a:p>
            <a:r>
              <a:t>against 2.38. So compression pulls the individualizing ratings DOWN more than it</a:t>
            </a:r>
          </a:p>
          <a:p>
            <a:r>
              <a:t>pushes the binding ones UP. Pure compression therefore predicts a NEGATIVE</a:t>
            </a:r>
          </a:p>
          <a:p>
            <a:r>
              <a:t>individualizing-minus-binding gap, with no moral content whatsoever.</a:t>
            </a:r>
          </a:p>
          <a:p/>
          <a:p>
            <a:r>
              <a:t>And because compression itself vanishes as models get bigger, the RAW gap must rise</a:t>
            </a:r>
          </a:p>
          <a:p>
            <a:r>
              <a:t>with scale even if the moral profile never changes at all.</a:t>
            </a:r>
          </a:p>
          <a:p/>
          <a:p>
            <a:r>
              <a:t>Roughly a third of the raw slope is that confound. Reporting the raw number would</a:t>
            </a:r>
          </a:p>
          <a:p>
            <a:r>
              <a:t>have been measuring the disappearance of compression and calling it morality.</a:t>
            </a:r>
          </a:p>
          <a:p/>
          <a:p>
            <a:r>
              <a:t>One more honesty point: I only draw these lines over 1.40 to 3.80, the range the</a:t>
            </a:r>
          </a:p>
          <a:p>
            <a:r>
              <a:t>moral items actually span. Extrapolating this fit further is exactly the error my</a:t>
            </a:r>
          </a:p>
          <a:p>
            <a:r>
              <a:t>limitations document exists to disown — the non-moral control sits 0.9 points below</a:t>
            </a:r>
          </a:p>
          <a:p>
            <a:r>
              <a:t>the lowest moral item with nothing in between, so any residual estimated down there</a:t>
            </a:r>
          </a:p>
          <a:p>
            <a:r>
              <a:t>is not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cannot claim. This list is short; the repo's version runs to 22 numbered</a:t>
            </a:r>
          </a:p>
          <a:p>
            <a:r>
              <a:t>entries and I'd rather you read that.</a:t>
            </a:r>
          </a:p>
          <a:p/>
          <a:p>
            <a:r>
              <a:t>The design never resolved R, at either sample size. R is not a property of the</a:t>
            </a:r>
          </a:p>
          <a:p>
            <a:r>
              <a:t>roster — one model carries a third of it. My four conditions are three independent</a:t>
            </a:r>
          </a:p>
          <a:p>
            <a:r>
              <a:t>readouts. R conflates rank reordering with methods disagreeing about SPREAD; about a</a:t>
            </a:r>
          </a:p>
          <a:p>
            <a:r>
              <a:t>sixth to a quarter of it is spread, not order. Greedy turns out not to be</a:t>
            </a:r>
          </a:p>
          <a:p>
            <a:r>
              <a:t>reproducible — 2.3% of scores move between two runs, which means my design gave it</a:t>
            </a:r>
          </a:p>
          <a:p>
            <a:r>
              <a:t>one observation on reasoning that was wrong. The human baseline is a Qualtrics panel</a:t>
            </a:r>
          </a:p>
          <a:p>
            <a:r>
              <a:t>of 18-to-40-year-olds, about 30 raters per item, not a representative sample. And</a:t>
            </a:r>
          </a:p>
          <a:p>
            <a:r>
              <a:t>these are 31 open models under 73B — not the frontier, and the distance is</a:t>
            </a:r>
          </a:p>
          <a:p>
            <a:r>
              <a:t>post-training as much as parameter count.</a:t>
            </a:r>
          </a:p>
          <a:p/>
          <a:p>
            <a:r>
              <a:t>Deepest gap: everything is conditional on ONE prompt. I cannot say whether scoring</a:t>
            </a:r>
          </a:p>
          <a:p>
            <a:r>
              <a:t>method matters more than an arbitrary rewording. That is the obvious sceptical</a:t>
            </a:r>
          </a:p>
          <a:p>
            <a:r>
              <a:t>response to this whole project and I have not answered it.</a:t>
            </a:r>
          </a:p>
          <a:p/>
          <a:p>
            <a:r>
              <a:t>Now the right-hand column, which I think is the most transferable thing here.</a:t>
            </a:r>
          </a:p>
          <a:p/>
          <a:p>
            <a:r>
              <a:t>Twenty-two logged corrections. Not one of them was found by looking at a result and feeling</a:t>
            </a:r>
          </a:p>
          <a:p>
            <a:r>
              <a:t>that it seemed wrong. Measurement artifacts do not announce themselves.</a:t>
            </a:r>
          </a:p>
          <a:p/>
          <a:p>
            <a:r>
              <a:t>The worst was C15. My primary estimand contained the prompt-varying cloze arm for</a:t>
            </a:r>
          </a:p>
          <a:p>
            <a:r>
              <a:t>several weeks, which inflated R by 2.70× — IN MY OWN FAVOUR, making scoring method</a:t>
            </a:r>
          </a:p>
          <a:p>
            <a:r>
              <a:t>look like a bigger problem than it is. Three separate documents said that arm must</a:t>
            </a:r>
          </a:p>
          <a:p>
            <a:r>
              <a:t>be excluded. Nothing in the code enforced it. A design commitment that exists only</a:t>
            </a:r>
          </a:p>
          <a:p>
            <a:r>
              <a:t>in prose is not a commitment.</a:t>
            </a:r>
          </a:p>
          <a:p/>
          <a:p>
            <a:r>
              <a:t>And C21 I logged two days ago, preparing this talk: the README advertised 19</a:t>
            </a:r>
          </a:p>
          <a:p>
            <a:r>
              <a:t>corrections while linking to a file listing 20, and the test count was stale. Every</a:t>
            </a:r>
          </a:p>
          <a:p>
            <a:r>
              <a:t>check in that repo is aimed at numbers derived from the data. Nothing was aimed at</a:t>
            </a:r>
          </a:p>
          <a:p>
            <a:r>
              <a:t>what the project says about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matters beyond one paper. I want to be narrow here, because over-claiming</a:t>
            </a:r>
          </a:p>
          <a:p>
            <a:r>
              <a:t>is how this kind of work dies.</a:t>
            </a:r>
          </a:p>
          <a:p/>
          <a:p>
            <a:r>
              <a:t>One. Model value-profiles are becoming governance evidence. 'Model A is more X than</a:t>
            </a:r>
          </a:p>
          <a:p>
            <a:r>
              <a:t>model B' arguments feed procurement, deployment, and regulation. This project shows</a:t>
            </a:r>
          </a:p>
          <a:p>
            <a:r>
              <a:t>that the ranking such an argument rests on is partly a property of how you read the</a:t>
            </a:r>
          </a:p>
          <a:p>
            <a:r>
              <a:t>answer, not only of the model.</a:t>
            </a:r>
          </a:p>
          <a:p/>
          <a:p>
            <a:r>
              <a:t>Two, and this is the one I'd underline. The failure mode is SILENT. 38% of a</a:t>
            </a:r>
          </a:p>
          <a:p>
            <a:r>
              <a:t>realistic roster returned plausible, meaningless numbers with no error raised. An</a:t>
            </a:r>
          </a:p>
          <a:p>
            <a:r>
              <a:t>evaluation that crashes is safe. One that returns a number in the right range is</a:t>
            </a:r>
          </a:p>
          <a:p>
            <a:r>
              <a:t>dangerous. Retained probability mass is a cheap, generic integrity check that would</a:t>
            </a:r>
          </a:p>
          <a:p>
            <a:r>
              <a:t>have caught it, and it is not standard practice.</a:t>
            </a:r>
          </a:p>
          <a:p/>
          <a:p>
            <a:r>
              <a:t>Three, the sharpest one for an alignment audience: refusal and measurement are</a:t>
            </a:r>
          </a:p>
          <a:p>
            <a:r>
              <a:t>entangled precisely on safety-relevant content. Safety training makes models</a:t>
            </a:r>
          </a:p>
          <a:p>
            <a:r>
              <a:t>decline. Logprob readouts renormalise that refusal away and hand you a confident</a:t>
            </a:r>
          </a:p>
          <a:p>
            <a:r>
              <a:t>number. So the more heavily a model is safety-tuned, the more its logprob-based</a:t>
            </a:r>
          </a:p>
          <a:p>
            <a:r>
              <a:t>value profile is a renormalisation artifact. That is a direct, mechanical way that</a:t>
            </a:r>
          </a:p>
          <a:p>
            <a:r>
              <a:t>evaluating aligned models is harder than evaluating unaligned ones.</a:t>
            </a:r>
          </a:p>
          <a:p/>
          <a:p>
            <a:r>
              <a:t>Four, on research practice: the honest result was the useful one. I found the</a:t>
            </a:r>
          </a:p>
          <a:p>
            <a:r>
              <a:t>confound survivable for Kirgis's specific pair. A field that only publishes 'the</a:t>
            </a:r>
          </a:p>
          <a:p>
            <a:r>
              <a:t>prior work is wrong' learns less than one that quantifies how much a design choice</a:t>
            </a:r>
          </a:p>
          <a:p>
            <a:r>
              <a:t>can bite and reports when the answer is 'not much'.</a:t>
            </a:r>
          </a:p>
          <a:p/>
          <a:p>
            <a:r>
              <a:t>What I am NOT claiming: nothing about frontier model values, nothing about logprob</a:t>
            </a:r>
          </a:p>
          <a:p>
            <a:r>
              <a:t>evaluation being broadly wrong, and method-dependence is not evidence of</a:t>
            </a:r>
          </a:p>
          <a:p>
            <a:r>
              <a:t>misalignment. One implementation, one roster, one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sentences to close on.</a:t>
            </a:r>
          </a:p>
          <a:p/>
          <a:p>
            <a:r>
              <a:t>The measurement findings are the strongest material and they don't depend on the</a:t>
            </a:r>
          </a:p>
          <a:p>
            <a:r>
              <a:t>variance ratio at all: label scoring fails silently on a large minority of models,</a:t>
            </a:r>
          </a:p>
          <a:p>
            <a:r>
              <a:t>retained mass is the check that catches it and doubles as a refusal detector, and</a:t>
            </a:r>
          </a:p>
          <a:p>
            <a:r>
              <a:t>'free generation' hides a decision that can determine whether a model answers at all.</a:t>
            </a:r>
          </a:p>
          <a:p/>
          <a:p>
            <a:r>
              <a:t>The audit exonerated its target on the specific point it was built to test —</a:t>
            </a:r>
          </a:p>
          <a:p>
            <a:r>
              <a:t>rho = 0.82 between Kirgis's two arms — while finding a data-integrity problem in his</a:t>
            </a:r>
          </a:p>
          <a:p>
            <a:r>
              <a:t>logprob arm that he did not detect, and independently supporting two of his four</a:t>
            </a:r>
          </a:p>
          <a:p>
            <a:r>
              <a:t>claims.</a:t>
            </a:r>
          </a:p>
          <a:p/>
          <a:p>
            <a:r>
              <a:t>And the estimand landed where no achievable sample size classifies it, which is a</a:t>
            </a:r>
          </a:p>
          <a:p>
            <a:r>
              <a:t>more useful thing to hand the next person than a point estimate would have been.</a:t>
            </a:r>
          </a:p>
          <a:p/>
          <a:p>
            <a:r>
              <a:t>The obvious next experiment is the one I deliberately did not run: make PROMPT a</a:t>
            </a:r>
          </a:p>
          <a:p>
            <a:r>
              <a:t>designed factor and ask whether scoring method moves the ranking more than an</a:t>
            </a:r>
          </a:p>
          <a:p>
            <a:r>
              <a:t>arbitrary rewording does. The machinery is built and 12 prompt variants are</a:t>
            </a:r>
          </a:p>
          <a:p>
            <a:r>
              <a:t>committed, with predictions registered before any data. I stopped because adding a</a:t>
            </a:r>
          </a:p>
          <a:p>
            <a:r>
              <a:t>second instrument changes the estimand and that is a different study.</a:t>
            </a:r>
          </a:p>
          <a:p/>
          <a:p>
            <a:r>
              <a:t>Questions I expect: why not frontier models (can't — no weights, which is the</a:t>
            </a:r>
          </a:p>
          <a:p>
            <a:r>
              <a:t>constraint that caused the confound); is 31 enough (no, and slide 12 shows more</a:t>
            </a:r>
          </a:p>
          <a:p>
            <a:r>
              <a:t>wouldn't help); is this just prompt sensitivity (honest answer: I can't rule that</a:t>
            </a:r>
          </a:p>
          <a:p>
            <a:r>
              <a:t>out, it's the deepest gap and it's the next experiment).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74519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0B0B"/>
                </a:solidFill>
                <a:latin typeface="Segoe UI"/>
              </a:rPr>
              <a:t>Is a language model's moral profile
stable across scoring methods?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03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514E"/>
                </a:solidFill>
                <a:latin typeface="Segoe UI"/>
              </a:rPr>
              <a:t>A within-model audit of Kirgis (2025), arXiv:2511.11790, on open weights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617720"/>
            <a:ext cx="3090672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892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David Moth  ·  Hertie School  ·  BlueDot Impact technical sprint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31 models  ·  116 vignettes  ·  6 scoring arms  ·  21,576 rows  ·  22 logged 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The paper under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Kirgis, “Differences in the Moral Foundations of Large Language Models”, arXiv:2511.11790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5943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The instrument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116 Moral Foundations Vignettes (Clifford et al. 2015) — short scenarios rated 0–4 for moral wrongness, with published per-item human means.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Six foundations: Care, Fairness, Liberty, Loyalty, Authority, Sanctity — plus Social Norms, which is a deliberately NON-moral control.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The administration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21 closed frontier models, six providers, one API call per item.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His four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76272"/>
            <a:ext cx="4754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1.  MFT has explanatory power for LLM moral judgment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2.  Models diverge from the human baseline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3.  Providers differ systematically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4.  Divergence grows with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2519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Claims 2–4 are statements about which models hold which values. They are what a downstream reader actually 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THE FLAW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Scoring method was forced to vary by provider</a:t>
            </a:r>
          </a:p>
        </p:txBody>
      </p:sp>
      <p:pic>
        <p:nvPicPr>
          <p:cNvPr id="4" name="Picture 3" descr="fig01_kirgis_conf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25296"/>
            <a:ext cx="11057839" cy="3643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A SIDE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And his code does not implement the formula in his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Exploratory re-analysis of his committed data — no new collection needed</a:t>
            </a:r>
          </a:p>
        </p:txBody>
      </p:sp>
      <p:pic>
        <p:nvPicPr>
          <p:cNvPr id="5" name="Picture 4" descr="fig02_grok3_integ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45920"/>
            <a:ext cx="11057839" cy="375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The fix is open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With the weights on disk, every scoring method can be applied to every model — so method becomes a within-model treatment.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0067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78D6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32304"/>
            <a:ext cx="20067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models collected
30 analysed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9702" y="1828800"/>
            <a:ext cx="20067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78D6"/>
                </a:solidFill>
                <a:latin typeface="Segoe UI"/>
              </a:rPr>
              <a:t>145×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9702" y="2432304"/>
            <a:ext cx="20067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parameter span
0.5B → 72.7B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2476" y="1828800"/>
            <a:ext cx="20067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78D6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2476" y="2432304"/>
            <a:ext cx="20067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model families
Qwen + Llama ladders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5250" y="1828800"/>
            <a:ext cx="20067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78D6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5250" y="2432304"/>
            <a:ext cx="20067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scoring arms
5 sharing one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8024" y="1828800"/>
            <a:ext cx="200674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A78D6"/>
                </a:solidFill>
                <a:latin typeface="Segoe UI"/>
              </a:rPr>
              <a:t>21,576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8024" y="2432304"/>
            <a:ext cx="200674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rows
116 items × arms ×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10128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20440"/>
            <a:ext cx="11057839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The prompt is byte-identical across the five fixed-prompt arms — asserted per item, zero violations across 3,596 model × item cells.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Instruction-tuned, non-reasoning models only: thinking-by-default changes free generation while being invisible to label scoring, which would manufacture the very interaction under measurement.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898781"/>
                </a:solidFill>
                <a:latin typeface="Segoe UI"/>
              </a:rPr>
              <a:t>Revisions pinned by SHA.  ~$20 of GPU time against a $100 ceiling.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Six ways to read one answer</a:t>
            </a:r>
          </a:p>
        </p:txBody>
      </p:sp>
      <p:pic>
        <p:nvPicPr>
          <p:cNvPr id="4" name="Picture 3" descr="fig03_six_a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57839" cy="50262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The estimand, fixed before the data existed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78D6"/>
                </a:solidFill>
                <a:latin typeface="Segoe UI"/>
              </a:rPr>
              <a:t>R  =  σ²(model × method)  ⁄  σ²(model)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93392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How large is the perturbation scoring method induces in a model's position, relative to how much models genuinely differ?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07792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AF7A"/>
                </a:solidFill>
                <a:latin typeface="Segoe UI"/>
              </a:rPr>
              <a:t>R &lt; 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7208" y="2907792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robust — comparisons survive the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2841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2514E"/>
                </a:solidFill>
                <a:latin typeface="Segoe UI"/>
              </a:rPr>
              <a:t>0.25 –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208" y="3328416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degraded — rankings not trusted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4904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4948"/>
                </a:solidFill>
                <a:latin typeface="Segoe UI"/>
              </a:rPr>
              <a:t>R &gt;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3749040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not 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6966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8781"/>
                </a:solidFill>
                <a:latin typeface="Segoe UI"/>
              </a:rPr>
              <a:t>straddles a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4169664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indeterminate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5925312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74336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98781"/>
                </a:solidFill>
                <a:latin typeface="Segoe UI"/>
              </a:rPr>
              <a:t>The residual variance is method-specific, not pooled: greedy is discretised to integers and sampled carries Monte-Carlo error of order 1/√10. A single residual term pushes that into the interaction and inflates R toward the more publishable answer.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335024"/>
            <a:ext cx="4401007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99616"/>
            <a:ext cx="4389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A pre-specified analysis plan —
not a preregistration</a:t>
            </a:r>
          </a:p>
          <a:p>
            <a:pPr>
              <a:lnSpc>
                <a:spcPct val="132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Bands and decision rule were locked at git tag analysis-plan-locked, in a commit that provably contains no results/raw/.</a:t>
            </a:r>
          </a:p>
          <a:p>
            <a:pPr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But a tag in a repository the author controls is an internal discipline device, not independent verification. The distinction is small in practice and fatal if stated the wrong way 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MEASUREMENT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1.  Label scoring fails silently — no error, plausible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A faithful first implementation produced meaningless output on 6 of 16 models (38%), from two independent causes.</a:t>
            </a:r>
          </a:p>
        </p:txBody>
      </p:sp>
      <p:pic>
        <p:nvPicPr>
          <p:cNvPr id="5" name="Picture 4" descr="fig04_retained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877" y="1682496"/>
            <a:ext cx="9505940" cy="451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MEASUREMENT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2.  Refusal leaks into the logprob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Label scoring is defended as refusal-proof because the model never has to speak. That is what makes it dangerous.</a:t>
            </a:r>
          </a:p>
        </p:txBody>
      </p:sp>
      <p:pic>
        <p:nvPicPr>
          <p:cNvPr id="5" name="Picture 4" descr="fig05_refusal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27" y="1719072"/>
            <a:ext cx="9378841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MEASUREMENT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3.  “Free generation” hides a decision about whether the model answers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Ministral-8B: 0% of items answered under greedy, ~50% under sampling — on byte-identical prompts.</a:t>
            </a:r>
          </a:p>
        </p:txBody>
      </p:sp>
      <p:pic>
        <p:nvPicPr>
          <p:cNvPr id="5" name="Picture 4" descr="fig06_free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406" y="1719072"/>
            <a:ext cx="9108883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THE PRIMARY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The interaction is real. Its magnitude is not resolvable.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Every moral foundation is indeterminate — which falsifies my own registered prediction.</a:t>
            </a:r>
          </a:p>
        </p:txBody>
      </p:sp>
      <p:pic>
        <p:nvPicPr>
          <p:cNvPr id="5" name="Picture 4" descr="fig08_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79" y="1700784"/>
            <a:ext cx="10460736" cy="449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WHY MORE MODELS WOULD NOT HAVE HELPED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N was never the binding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Classification accuracy collapses to a coin flip at a band boundary — and stays there at every sample size.</a:t>
            </a:r>
          </a:p>
        </p:txBody>
      </p:sp>
      <p:pic>
        <p:nvPicPr>
          <p:cNvPr id="5" name="Picture 4" descr="fig09_design_sim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98" y="1700784"/>
            <a:ext cx="10017899" cy="449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WHERE THE EFFECT ACTUALLY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The disagreement is concentrated, not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Almost all of it comes from two low-mass probes. The four readouts carrying real mass agree.</a:t>
            </a:r>
          </a:p>
        </p:txBody>
      </p:sp>
      <p:pic>
        <p:nvPicPr>
          <p:cNvPr id="5" name="Picture 4" descr="fig10_pairwise_t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65" y="1700784"/>
            <a:ext cx="9326765" cy="449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WHERE THE EFFECT ACTUALLY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…and it is carried by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The same model whose label retained mass is 0.008. Two findings, one mechanism.</a:t>
            </a:r>
          </a:p>
        </p:txBody>
      </p:sp>
      <p:pic>
        <p:nvPicPr>
          <p:cNvPr id="5" name="Picture 4" descr="fig11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64" y="1700784"/>
            <a:ext cx="10229966" cy="449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BEARING ON THE TARGET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Kirgis's own confound is comparatively benign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His two arms rank models at ρ = 0.82, pairwise R = 0.081. This is the audit's result, not a concession.</a:t>
            </a:r>
          </a:p>
        </p:txBody>
      </p:sp>
      <p:pic>
        <p:nvPicPr>
          <p:cNvPr id="5" name="Picture 4" descr="fig07_rank_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139" y="1719072"/>
            <a:ext cx="5329416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THE POSITIVE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Kirgis's pattern is real — and it grows with model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This unifies his claims 2 and 4: the divergence is a capability phenomenon.</a:t>
            </a:r>
          </a:p>
        </p:txBody>
      </p:sp>
      <p:pic>
        <p:nvPicPr>
          <p:cNvPr id="5" name="Picture 4" descr="fig12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231" y="1719072"/>
            <a:ext cx="9857232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THE POSITIVE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…but the adjustment is the whole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Compression changes enormously with scale — and pure compression alone predicts a rising raw gap.</a:t>
            </a:r>
          </a:p>
        </p:txBody>
      </p:sp>
      <p:pic>
        <p:nvPicPr>
          <p:cNvPr id="5" name="Picture 4" descr="fig13_com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487" y="1719072"/>
            <a:ext cx="92887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What I cannot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The design never resolved 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All six moral foundations indeterminate, at N = 20 and again at N = 30.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R is not a property of the roster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One model of 27 carries 34% of the interaction; dropping it halves R.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Four conditions are three independent readouts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label and string-line are the same measurement (item-level r = 0.988), and no fixed prompt escapes this. Found by us, stated by us.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Everything is conditional on one prompt — the deepest gap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Whether scoring method matters more than an arbitrary rewording is untested, and is the obvious sceptical response to the design.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Not the frontier · greedy is not reproducible · the human baseline is an 18–40 ideology-quota panel, n ≈ 30 per 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243584"/>
            <a:ext cx="4675327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2646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22 logged corrections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865376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Not one was found by looking at a result and feeling that it seemed wrong.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400" b="1" i="0">
                <a:solidFill>
                  <a:srgbClr val="E34948"/>
                </a:solidFill>
                <a:latin typeface="Segoe UI"/>
              </a:rPr>
              <a:t>C15 — the worst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The primary estimand contained a prompt-confounded arm for weeks, inflating R by 2.70× — in our own favour. Three documents said to exclude it. Nothing in the code enforced it.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E34948"/>
                </a:solidFill>
                <a:latin typeface="Segoe UI"/>
              </a:rPr>
              <a:t>C21 — logged while preparing this talk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The README advertised 19 corrections while linking to a file listing 20. Every check in the repo is aimed at the data; none at what the project says about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Why this matters for AI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6858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Value profiles are becoming governance evidence.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“Model A is more X than model B” feeds procurement, deployment and regulation. The ranking is partly a property of the readout.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The failure mode is silent.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38% of a realistic roster returned plausible, meaningless numbers with no error raised. An eval that crashes is safe; one that returns a number in the right range is not. Retained mass catches it and costs nothing.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Refusal and measurement are entangled on exactly the sensitive content.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Safety training makes models decline; logprob readouts renormalise the refusal away and return confidence. The more safety-tuned the model, the more its logprob value-profile is an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53312"/>
            <a:ext cx="3840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What this does NOT show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—  Anything about frontier model values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—  That logprob-based evaluation is broadly wrong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—  That method-dependence is evidence of misalignment</a:t>
            </a:r>
          </a:p>
          <a:p>
            <a:pPr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</a:pPr>
            <a:r>
              <a:rPr sz="1300" b="0" i="1">
                <a:solidFill>
                  <a:srgbClr val="52514E"/>
                </a:solidFill>
                <a:latin typeface="Segoe UI"/>
              </a:rPr>
              <a:t>One implementation, one roster, one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Where this leaves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67665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The measurement findings are the strongest material — and none of them depend on the variance ratio.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Label scoring fails silently; retained mass is the check that catches it and doubles as a generation-free refusal detector; “free generation” conceals whether the model answered at all.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The audit exonerated its target on the point it was built to test.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ρ = 0.82 between Kirgis's two arms — while finding a data-integrity problem in his logprob arm he did not detect, and independently supporting two of his four claims.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The estimand landed where no achievable N classifies it.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Which is a more useful thing to hand the next person than a point estimate would have been.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1243584"/>
            <a:ext cx="3943807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444752"/>
            <a:ext cx="3931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The next experiment</a:t>
            </a:r>
          </a:p>
          <a:p>
            <a:pPr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Make the PROMPT a designed factor, and ask whether scoring method moves the ranking more than an arbitrary rewording does.</a:t>
            </a:r>
          </a:p>
          <a:p>
            <a:pPr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Built, not run: 12 prompt variants committed, six predictions registered before any data exists. Deferred because a second instrument changes the estimand.</a:t>
            </a:r>
          </a:p>
          <a:p>
            <a:pPr>
              <a:spcBef>
                <a:spcPts val="1600"/>
              </a:spcBef>
              <a:spcAft>
                <a:spcPts val="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github.com/Davvi1/moral-foundations-in-LLMs-Kirgis-Extension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Is a language model's moral profile stable across scoring methods?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